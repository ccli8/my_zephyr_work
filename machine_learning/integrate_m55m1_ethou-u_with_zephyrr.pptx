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4"/>
    <p:sldMasterId id="2147483818" r:id="rId5"/>
  </p:sldMasterIdLst>
  <p:notesMasterIdLst>
    <p:notesMasterId r:id="rId20"/>
  </p:notesMasterIdLst>
  <p:handoutMasterIdLst>
    <p:handoutMasterId r:id="rId21"/>
  </p:handoutMasterIdLst>
  <p:sldIdLst>
    <p:sldId id="471" r:id="rId6"/>
    <p:sldId id="479" r:id="rId7"/>
    <p:sldId id="497" r:id="rId8"/>
    <p:sldId id="496" r:id="rId9"/>
    <p:sldId id="481" r:id="rId10"/>
    <p:sldId id="488" r:id="rId11"/>
    <p:sldId id="489" r:id="rId12"/>
    <p:sldId id="490" r:id="rId13"/>
    <p:sldId id="491" r:id="rId14"/>
    <p:sldId id="492" r:id="rId15"/>
    <p:sldId id="493" r:id="rId16"/>
    <p:sldId id="494" r:id="rId17"/>
    <p:sldId id="495" r:id="rId18"/>
    <p:sldId id="480" r:id="rId19"/>
  </p:sldIdLst>
  <p:sldSz cx="9144000" cy="6858000" type="screen4x3"/>
  <p:notesSz cx="7004050" cy="929005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7">
          <p15:clr>
            <a:srgbClr val="A4A3A4"/>
          </p15:clr>
        </p15:guide>
        <p15:guide id="2" pos="14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0000FF"/>
    <a:srgbClr val="FFFF66"/>
    <a:srgbClr val="FFFFCC"/>
    <a:srgbClr val="D00600"/>
    <a:srgbClr val="E61C0E"/>
    <a:srgbClr val="FE0600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58" autoAdjust="0"/>
    <p:restoredTop sz="84909" autoAdjust="0"/>
  </p:normalViewPr>
  <p:slideViewPr>
    <p:cSldViewPr showGuides="1">
      <p:cViewPr varScale="1">
        <p:scale>
          <a:sx n="66" d="100"/>
          <a:sy n="66" d="100"/>
        </p:scale>
        <p:origin x="1500" y="36"/>
      </p:cViewPr>
      <p:guideLst>
        <p:guide orient="horz" pos="3067"/>
        <p:guide pos="142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5300" cy="465138"/>
          </a:xfrm>
          <a:prstGeom prst="rect">
            <a:avLst/>
          </a:prstGeom>
        </p:spPr>
        <p:txBody>
          <a:bodyPr vert="horz" lIns="93104" tIns="46552" rIns="93104" bIns="46552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67163" y="0"/>
            <a:ext cx="3035300" cy="465138"/>
          </a:xfrm>
          <a:prstGeom prst="rect">
            <a:avLst/>
          </a:prstGeom>
        </p:spPr>
        <p:txBody>
          <a:bodyPr vert="horz" lIns="93104" tIns="46552" rIns="93104" bIns="46552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4904A283-62EB-45BE-9782-F8808CA15BC9}" type="datetimeFigureOut">
              <a:rPr lang="zh-TW" altLang="en-US"/>
              <a:pPr>
                <a:defRPr/>
              </a:pPr>
              <a:t>2025/4/29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3325"/>
            <a:ext cx="3035300" cy="465138"/>
          </a:xfrm>
          <a:prstGeom prst="rect">
            <a:avLst/>
          </a:prstGeom>
        </p:spPr>
        <p:txBody>
          <a:bodyPr vert="horz" lIns="93104" tIns="46552" rIns="93104" bIns="46552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67163" y="8823325"/>
            <a:ext cx="3035300" cy="465138"/>
          </a:xfrm>
          <a:prstGeom prst="rect">
            <a:avLst/>
          </a:prstGeom>
        </p:spPr>
        <p:txBody>
          <a:bodyPr vert="horz" lIns="93104" tIns="46552" rIns="93104" bIns="46552" rtlCol="0" anchor="b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78ADCCE6-6C0E-4DB9-845D-FD6701186AE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1001472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5300" cy="465138"/>
          </a:xfrm>
          <a:prstGeom prst="rect">
            <a:avLst/>
          </a:prstGeom>
        </p:spPr>
        <p:txBody>
          <a:bodyPr vert="horz" lIns="93104" tIns="46552" rIns="93104" bIns="46552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7163" y="0"/>
            <a:ext cx="3035300" cy="465138"/>
          </a:xfrm>
          <a:prstGeom prst="rect">
            <a:avLst/>
          </a:prstGeom>
        </p:spPr>
        <p:txBody>
          <a:bodyPr vert="horz" lIns="93104" tIns="46552" rIns="93104" bIns="46552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D6DBEFE9-09B5-4644-A8A5-0867B30F334C}" type="datetimeFigureOut">
              <a:rPr lang="zh-TW" altLang="en-US"/>
              <a:pPr>
                <a:defRPr/>
              </a:pPr>
              <a:t>2025/4/29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45025" cy="3482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04" tIns="46552" rIns="93104" bIns="46552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088" y="4413250"/>
            <a:ext cx="5603875" cy="4179888"/>
          </a:xfrm>
          <a:prstGeom prst="rect">
            <a:avLst/>
          </a:prstGeom>
        </p:spPr>
        <p:txBody>
          <a:bodyPr vert="horz" lIns="93104" tIns="46552" rIns="93104" bIns="46552" rtlCol="0"/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3325"/>
            <a:ext cx="3035300" cy="465138"/>
          </a:xfrm>
          <a:prstGeom prst="rect">
            <a:avLst/>
          </a:prstGeom>
        </p:spPr>
        <p:txBody>
          <a:bodyPr vert="horz" lIns="93104" tIns="46552" rIns="93104" bIns="46552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7163" y="8823325"/>
            <a:ext cx="3035300" cy="465138"/>
          </a:xfrm>
          <a:prstGeom prst="rect">
            <a:avLst/>
          </a:prstGeom>
        </p:spPr>
        <p:txBody>
          <a:bodyPr vert="horz" lIns="93104" tIns="46552" rIns="93104" bIns="46552" rtlCol="0" anchor="b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9502C8A4-F91E-4AEC-BBBF-E1D3F67EED4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226814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4744"/>
            <a:ext cx="7772400" cy="1296144"/>
          </a:xfrm>
        </p:spPr>
        <p:txBody>
          <a:bodyPr>
            <a:normAutofit/>
          </a:bodyPr>
          <a:lstStyle>
            <a:lvl1pPr algn="ctr">
              <a:defRPr sz="40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12976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164388" y="6356350"/>
            <a:ext cx="1916112" cy="365125"/>
          </a:xfrm>
        </p:spPr>
        <p:txBody>
          <a:bodyPr/>
          <a:lstStyle>
            <a:lvl1pPr algn="ctr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defRPr/>
            </a:pPr>
            <a:fld id="{8011D78C-5618-4DDC-BCCC-7E2E4FF28039}" type="datetime1">
              <a:rPr lang="zh-TW" altLang="en-US"/>
              <a:pPr>
                <a:defRPr/>
              </a:pPr>
              <a:t>2025/4/29</a:t>
            </a:fld>
            <a:endParaRPr lang="zh-TW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64388" y="5949950"/>
            <a:ext cx="1887537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800" b="1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defRPr/>
            </a:pPr>
            <a:fld id="{E41A5A53-4799-415D-B5BD-3E4273804841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6545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42950" indent="-285750">
              <a:spcBef>
                <a:spcPts val="1000"/>
              </a:spcBef>
              <a:buFont typeface="Arial" pitchFamily="34" charset="0"/>
              <a:buChar char="•"/>
              <a:defRPr/>
            </a:lvl2pPr>
            <a:lvl3pPr>
              <a:spcBef>
                <a:spcPts val="1000"/>
              </a:spcBef>
              <a:defRPr/>
            </a:lvl3pPr>
            <a:lvl4pPr marL="1714500" indent="-342900">
              <a:spcBef>
                <a:spcPts val="1000"/>
              </a:spcBef>
              <a:buFont typeface="Calibri" pitchFamily="34" charset="0"/>
              <a:buChar char="»"/>
              <a:defRPr/>
            </a:lvl4pPr>
            <a:lvl5pPr marL="2057400" indent="-228600">
              <a:spcBef>
                <a:spcPts val="1000"/>
              </a:spcBef>
              <a:buFont typeface="Arial" pitchFamily="34" charset="0"/>
              <a:buChar char="»"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AA33A-D6A5-4CD1-97F5-9F8248DA2775}" type="datetime1">
              <a:rPr lang="zh-TW" altLang="en-US"/>
              <a:pPr>
                <a:defRPr/>
              </a:pPr>
              <a:t>2025/4/29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1CE4DC-9086-4A67-A986-41845B1E06B2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5390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D48A3-29B9-4D31-BBF6-970645FA34FD}" type="datetime1">
              <a:rPr lang="zh-TW" altLang="en-US"/>
              <a:pPr>
                <a:defRPr/>
              </a:pPr>
              <a:t>2025/4/29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577FEB-E749-4873-A70C-1521207BF213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9231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4A0487-F594-4196-BF34-021C4B392194}" type="datetime1">
              <a:rPr lang="zh-TW" altLang="en-US"/>
              <a:pPr>
                <a:defRPr/>
              </a:pPr>
              <a:t>2025/4/29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D099D-F324-4E17-8A1B-8C5306F98795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8256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7440E-6DC2-4CAE-8EB0-A4D2B91F6850}" type="datetime1">
              <a:rPr lang="zh-TW" altLang="en-US"/>
              <a:pPr>
                <a:defRPr/>
              </a:pPr>
              <a:t>2025/4/29</a:t>
            </a:fld>
            <a:endParaRPr lang="zh-TW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E9321-F9D9-49C9-90E3-68F49D4DF100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469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48F3D2-8F2B-4366-A966-311EE3B68B09}" type="datetime1">
              <a:rPr lang="zh-TW" altLang="en-US"/>
              <a:pPr>
                <a:defRPr/>
              </a:pPr>
              <a:t>2025/4/29</a:t>
            </a:fld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ED58BE-7AF7-4786-82C9-6D31C5EFE34C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7145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F3C66-06D8-4E37-B3B7-8FA78147148D}" type="datetime1">
              <a:rPr lang="zh-TW" altLang="en-US"/>
              <a:pPr>
                <a:defRPr/>
              </a:pPr>
              <a:t>2025/4/29</a:t>
            </a:fld>
            <a:endParaRPr lang="zh-TW" alt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F1CE5-488E-4CE3-BDD2-3AB27F686630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75183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C7197-2A05-4948-AA07-A8FB307C4485}" type="datetime1">
              <a:rPr lang="zh-TW" altLang="en-US"/>
              <a:pPr>
                <a:defRPr/>
              </a:pPr>
              <a:t>2025/4/29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EDE431-9DA0-466B-9503-D6E1DB1242E8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1513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16FEF1-8EE3-4B9A-B2D4-8000785D48E8}" type="datetime1">
              <a:rPr lang="zh-TW" altLang="en-US"/>
              <a:pPr>
                <a:defRPr/>
              </a:pPr>
              <a:t>2025/4/29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9C9CB5-9E37-4866-84CB-D36499801C47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03346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E7E5B0-7DAA-4F10-AF79-6B26E9ECA9FB}" type="datetime1">
              <a:rPr lang="zh-TW" altLang="en-US"/>
              <a:pPr>
                <a:defRPr/>
              </a:pPr>
              <a:t>2025/4/29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E8DCD-8EB1-47E3-963D-5A091F166AC1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3382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7E82B5-4C40-42EE-9ED9-ADC8A3ACA204}" type="datetime1">
              <a:rPr lang="zh-TW" altLang="en-US"/>
              <a:pPr>
                <a:defRPr/>
              </a:pPr>
              <a:t>2025/4/29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3281F-4815-4D3E-B983-6C9EEE21A96D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31536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-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23850" y="1382713"/>
            <a:ext cx="8424863" cy="1470025"/>
          </a:xfrm>
        </p:spPr>
        <p:txBody>
          <a:bodyPr/>
          <a:lstStyle>
            <a:lvl1pPr algn="ctr">
              <a:defRPr>
                <a:solidFill>
                  <a:srgbClr val="007F00"/>
                </a:solidFill>
              </a:defRPr>
            </a:lvl1pPr>
          </a:lstStyle>
          <a:p>
            <a:pPr lvl="0"/>
            <a:r>
              <a:rPr lang="en-US" altLang="zh-TW" noProof="0"/>
              <a:t>Click to edit Master title style</a:t>
            </a:r>
          </a:p>
        </p:txBody>
      </p:sp>
      <p:sp>
        <p:nvSpPr>
          <p:cNvPr id="18022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750888" y="4629150"/>
            <a:ext cx="7632700" cy="528638"/>
          </a:xfrm>
        </p:spPr>
        <p:txBody>
          <a:bodyPr/>
          <a:lstStyle>
            <a:lvl1pPr marL="0" indent="0" algn="ctr">
              <a:buFont typeface="Arial" charset="0"/>
              <a:buNone/>
              <a:defRPr>
                <a:solidFill>
                  <a:srgbClr val="0000CC"/>
                </a:solidFill>
              </a:defRPr>
            </a:lvl1pPr>
          </a:lstStyle>
          <a:p>
            <a:pPr lvl="0"/>
            <a:r>
              <a:rPr lang="en-US" altLang="zh-TW" noProof="0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23CDA6-6452-4A31-96D5-22EBEE847418}" type="datetime1">
              <a:rPr lang="zh-TW" altLang="en-US"/>
              <a:pPr>
                <a:defRPr/>
              </a:pPr>
              <a:t>2025/4/29</a:t>
            </a:fld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E1CD1B-BB83-463E-8BB8-054CA43A6CF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81267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4854E1-50BD-45F7-AFA5-F79713F809F2}" type="datetime1">
              <a:rPr lang="zh-TW" altLang="en-US"/>
              <a:pPr>
                <a:defRPr/>
              </a:pPr>
              <a:t>2025/4/29</a:t>
            </a:fld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53A328-D97E-41C0-9633-262554A42FD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74480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98BC63-B95E-44C7-A189-DB8178437CB0}" type="datetime1">
              <a:rPr lang="zh-TW" altLang="en-US"/>
              <a:pPr>
                <a:defRPr/>
              </a:pPr>
              <a:t>2025/4/29</a:t>
            </a:fld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348CE9-3277-4A63-971A-19B4A020E85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87726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8888" y="1700213"/>
            <a:ext cx="3522662" cy="35988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3950" y="1700213"/>
            <a:ext cx="3522663" cy="35988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9DD4F-D156-42C0-B126-DA6DC0E98B25}" type="datetime1">
              <a:rPr lang="zh-TW" altLang="en-US"/>
              <a:pPr>
                <a:defRPr/>
              </a:pPr>
              <a:t>2025/4/29</a:t>
            </a:fld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E38A8-343E-4B1B-A707-AC58C917244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37364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26420E-696A-4285-8AE2-6981976C57F2}" type="datetime1">
              <a:rPr lang="zh-TW" altLang="en-US"/>
              <a:pPr>
                <a:defRPr/>
              </a:pPr>
              <a:t>2025/4/29</a:t>
            </a:fld>
            <a:endParaRPr lang="en-US" altLang="zh-TW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B7ABE9-D521-4868-AD0C-BD9338B4971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63200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E4940-5B9C-4D34-BE3D-A46C0B5B015C}" type="datetime1">
              <a:rPr lang="zh-TW" altLang="en-US"/>
              <a:pPr>
                <a:defRPr/>
              </a:pPr>
              <a:t>2025/4/29</a:t>
            </a:fld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456DDE-BE6D-4E0A-9755-AE747CEFAC0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90455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2BFFF-5562-4630-ABCC-42346DF27EA3}" type="datetime1">
              <a:rPr lang="zh-TW" altLang="en-US"/>
              <a:pPr>
                <a:defRPr/>
              </a:pPr>
              <a:t>2025/4/29</a:t>
            </a:fld>
            <a:endParaRPr lang="en-US" altLang="zh-TW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3CCD3F-2E54-4472-B37A-8518B80B723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673723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8A748-0967-450C-80D1-8A271C36B68C}" type="datetime1">
              <a:rPr lang="zh-TW" altLang="en-US"/>
              <a:pPr>
                <a:defRPr/>
              </a:pPr>
              <a:t>2025/4/29</a:t>
            </a:fld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D0FD1-8B63-40DE-8731-FC153FE4B35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90201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F87259-AFCE-4324-96C3-48C81D7B1019}" type="datetime1">
              <a:rPr lang="zh-TW" altLang="en-US"/>
              <a:pPr>
                <a:defRPr/>
              </a:pPr>
              <a:t>2025/4/29</a:t>
            </a:fld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A19DCE-FD49-4666-8066-A24E774E1E8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761589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D91221-C538-485C-A220-6F950F7EB78A}" type="datetime1">
              <a:rPr lang="zh-TW" altLang="en-US"/>
              <a:pPr>
                <a:defRPr/>
              </a:pPr>
              <a:t>2025/4/29</a:t>
            </a:fld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236CEC-C10A-4E69-8074-D77588518C9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376131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6575" y="333375"/>
            <a:ext cx="1970088" cy="4965700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50" y="333375"/>
            <a:ext cx="5762625" cy="4965700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5CA6A8-DDB7-4D3A-8A34-82CB478A3658}" type="datetime1">
              <a:rPr lang="zh-TW" altLang="en-US"/>
              <a:pPr>
                <a:defRPr/>
              </a:pPr>
              <a:t>2025/4/29</a:t>
            </a:fld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11606C-F540-47AF-B787-42FC2593DDD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37628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333375"/>
            <a:ext cx="7885113" cy="1143000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258888" y="1700213"/>
            <a:ext cx="7197725" cy="3598862"/>
          </a:xfrm>
        </p:spPr>
        <p:txBody>
          <a:bodyPr/>
          <a:lstStyle/>
          <a:p>
            <a:pPr lvl="0"/>
            <a:endParaRPr lang="zh-TW" alt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06E7C4-F30E-49AD-BB14-317A5D1D45BC}" type="datetime1">
              <a:rPr lang="zh-TW" altLang="en-US"/>
              <a:pPr>
                <a:defRPr/>
              </a:pPr>
              <a:t>2025/4/29</a:t>
            </a:fld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0338C-D7FC-421B-BF3F-5220244526D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4560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333375"/>
            <a:ext cx="7885113" cy="1143000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58888" y="1700213"/>
            <a:ext cx="3522662" cy="3598862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3950" y="1700213"/>
            <a:ext cx="3522663" cy="3598862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7196D2-4C63-4513-82F2-03B6FEE2AAB7}" type="datetime1">
              <a:rPr lang="zh-TW" altLang="en-US"/>
              <a:pPr>
                <a:defRPr/>
              </a:pPr>
              <a:t>2025/4/29</a:t>
            </a:fld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1DF74-B393-40F4-8B09-014404F34D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5464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B378EFD-96A5-4BA5-BBEF-D2B0E057B424}" type="datetime1">
              <a:rPr lang="zh-TW" altLang="en-US"/>
              <a:pPr>
                <a:defRPr/>
              </a:pPr>
              <a:t>2025/4/29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2363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77515FA-149D-4DA3-B400-D6C10B81965E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650" r:id="rId1"/>
    <p:sldLayoutId id="2147485628" r:id="rId2"/>
    <p:sldLayoutId id="2147485629" r:id="rId3"/>
    <p:sldLayoutId id="2147485630" r:id="rId4"/>
    <p:sldLayoutId id="2147485631" r:id="rId5"/>
    <p:sldLayoutId id="2147485632" r:id="rId6"/>
    <p:sldLayoutId id="2147485633" r:id="rId7"/>
    <p:sldLayoutId id="2147485634" r:id="rId8"/>
    <p:sldLayoutId id="2147485635" r:id="rId9"/>
    <p:sldLayoutId id="2147485636" r:id="rId10"/>
    <p:sldLayoutId id="214748563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D00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PT-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333375"/>
            <a:ext cx="78851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58888" y="1700213"/>
            <a:ext cx="7197725" cy="359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Click to edit Second text styles</a:t>
            </a:r>
          </a:p>
          <a:p>
            <a:pPr lvl="2"/>
            <a:r>
              <a:rPr lang="en-US" altLang="zh-TW"/>
              <a:t>Click to edit Third text styles</a:t>
            </a:r>
          </a:p>
          <a:p>
            <a:pPr lvl="3"/>
            <a:r>
              <a:rPr lang="en-US" altLang="zh-TW"/>
              <a:t>Click to edit Forth text styles</a:t>
            </a:r>
          </a:p>
        </p:txBody>
      </p:sp>
      <p:sp>
        <p:nvSpPr>
          <p:cNvPr id="1792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0" sz="14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D734F2DC-0526-444F-A1F8-B224AD3F8A97}" type="datetime1">
              <a:rPr lang="zh-TW" altLang="en-US"/>
              <a:pPr>
                <a:defRPr/>
              </a:pPr>
              <a:t>2025/4/29</a:t>
            </a:fld>
            <a:endParaRPr lang="en-US" altLang="zh-TW"/>
          </a:p>
        </p:txBody>
      </p:sp>
      <p:sp>
        <p:nvSpPr>
          <p:cNvPr id="1792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kumimoji="0" sz="14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92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4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FA087996-33CB-44D3-8324-B1C332820B8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651" r:id="rId1"/>
    <p:sldLayoutId id="2147485638" r:id="rId2"/>
    <p:sldLayoutId id="2147485639" r:id="rId3"/>
    <p:sldLayoutId id="2147485640" r:id="rId4"/>
    <p:sldLayoutId id="2147485641" r:id="rId5"/>
    <p:sldLayoutId id="2147485642" r:id="rId6"/>
    <p:sldLayoutId id="2147485643" r:id="rId7"/>
    <p:sldLayoutId id="2147485644" r:id="rId8"/>
    <p:sldLayoutId id="2147485645" r:id="rId9"/>
    <p:sldLayoutId id="2147485646" r:id="rId10"/>
    <p:sldLayoutId id="2147485647" r:id="rId11"/>
    <p:sldLayoutId id="2147485648" r:id="rId12"/>
    <p:sldLayoutId id="2147485649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rgbClr val="8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rgbClr val="800000"/>
          </a:solidFill>
          <a:latin typeface="Arial Rounded MT Bold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rgbClr val="800000"/>
          </a:solidFill>
          <a:latin typeface="Arial Rounded MT Bold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rgbClr val="800000"/>
          </a:solidFill>
          <a:latin typeface="Arial Rounded MT Bold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rgbClr val="800000"/>
          </a:solidFill>
          <a:latin typeface="Arial Rounded MT Bold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rgbClr val="800000"/>
          </a:solidFill>
          <a:latin typeface="Arial Rounded MT Bold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rgbClr val="800000"/>
          </a:solidFill>
          <a:latin typeface="Arial Rounded MT Bold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rgbClr val="800000"/>
          </a:solidFill>
          <a:latin typeface="Arial Rounded MT Bold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rgbClr val="800000"/>
          </a:solidFill>
          <a:latin typeface="Arial Rounded MT Bold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75000"/>
        <a:buFont typeface="Arial" charset="0"/>
        <a:buBlip>
          <a:blip r:embed="rId16"/>
        </a:buBlip>
        <a:defRPr kumimoji="1" sz="2800">
          <a:solidFill>
            <a:srgbClr val="33339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17"/>
        </a:buBlip>
        <a:defRPr kumimoji="1" sz="2400">
          <a:solidFill>
            <a:srgbClr val="33339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18"/>
        </a:buBlip>
        <a:defRPr kumimoji="1" sz="2000">
          <a:solidFill>
            <a:srgbClr val="33339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 2" pitchFamily="18" charset="2"/>
        <a:buChar char=""/>
        <a:defRPr kumimoji="1">
          <a:solidFill>
            <a:srgbClr val="33339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defRPr kumimoji="1" sz="2400">
          <a:solidFill>
            <a:srgbClr val="646464"/>
          </a:solidFill>
          <a:latin typeface="Arial Unicode MS" pitchFamily="34" charset="-120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defRPr kumimoji="1" sz="2400">
          <a:solidFill>
            <a:srgbClr val="646464"/>
          </a:solidFill>
          <a:latin typeface="Arial Unicode MS" pitchFamily="34" charset="-120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defRPr kumimoji="1" sz="2400">
          <a:solidFill>
            <a:srgbClr val="646464"/>
          </a:solidFill>
          <a:latin typeface="Arial Unicode MS" pitchFamily="34" charset="-120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defRPr kumimoji="1" sz="2400">
          <a:solidFill>
            <a:srgbClr val="646464"/>
          </a:solidFill>
          <a:latin typeface="Arial Unicode MS" pitchFamily="34" charset="-120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defRPr kumimoji="1" sz="2400">
          <a:solidFill>
            <a:srgbClr val="646464"/>
          </a:solidFill>
          <a:latin typeface="Arial Unicode MS" pitchFamily="34" charset="-120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arm.com/artificial-intelligence/ethos-u/ethos-u-vela" TargetMode="External"/><Relationship Id="rId2" Type="http://schemas.openxmlformats.org/officeDocument/2006/relationships/hyperlink" Target="https://docs.zephyrproject.org/latest/develop/getting_started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lab.arm.com/artificial-intelligence/ethos-u/ethos-u-core-driver" TargetMode="External"/><Relationship Id="rId4" Type="http://schemas.openxmlformats.org/officeDocument/2006/relationships/hyperlink" Target="https://github.com/tensorflow/tflite-micr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M-software/ML-zoo/tree/master/models/keyword_spotting/cnn_small/model_package_tf/model_archive/TFLite/tflite_int8" TargetMode="External"/><Relationship Id="rId2" Type="http://schemas.openxmlformats.org/officeDocument/2006/relationships/hyperlink" Target="https://github.com/ARM-software/ML-zo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RM-software/ML-zoo/blob/master/models/keyword_spotting/cnn_small/model_package_tf/model_archive/TFLite/tflite_int8/testing_output/Identity/0.npy" TargetMode="External"/><Relationship Id="rId5" Type="http://schemas.openxmlformats.org/officeDocument/2006/relationships/hyperlink" Target="https://github.com/ARM-software/ML-zoo/blob/master/models/keyword_spotting/cnn_small/model_package_tf/model_archive/TFLite/tflite_int8/testing_input/input/0.npy" TargetMode="External"/><Relationship Id="rId4" Type="http://schemas.openxmlformats.org/officeDocument/2006/relationships/hyperlink" Target="https://github.com/ARM-software/ML-zoo/blob/master/models/keyword_spotting/cnn_small/model_package_tf/model_archive/TFLite/tflite_int8/cnn_s_quantized.tflite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hal_ethos_u/blob/50ddffca1cc700112f25ad9bc077915a0355ee5d/src/ethosu_driver.c#L353-L360" TargetMode="External"/><Relationship Id="rId2" Type="http://schemas.openxmlformats.org/officeDocument/2006/relationships/hyperlink" Target="https://github.com/ccli8/zephyr/blob/nvt_m55m1_npu/dts/bindings/arm/nuvoton%2Cnumaker-npu.ya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cli8/zephyr/blob/018f85335bd246f945a0b56893e3216290fa46ec/drivers/misc/ethos_u/ethos_u_numaker.c" TargetMode="External"/><Relationship Id="rId5" Type="http://schemas.openxmlformats.org/officeDocument/2006/relationships/hyperlink" Target="https://github.com/ccli8/zephyr/blob/018f85335bd246f945a0b56893e3216290fa46ec/dts/arm/nuvoton/m55m1h2l.dtsi#L35-L44" TargetMode="External"/><Relationship Id="rId4" Type="http://schemas.openxmlformats.org/officeDocument/2006/relationships/hyperlink" Target="https://github.com/zephyrproject-rtos/hal_ethos_u/blob/50ddffca1cc700112f25ad9bc077915a0355ee5d/src/ethosu_driver.c#L558-L568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arm.com/artificial-intelligence/ethos-u/ethos-u-core-driver" TargetMode="External"/><Relationship Id="rId2" Type="http://schemas.openxmlformats.org/officeDocument/2006/relationships/hyperlink" Target="https://github.com/zephyrproject-rtos/hal_ethos_u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li8/zephyr/blob/018f85335bd246f945a0b56893e3216290fa46ec/modules/hal_ethos_u/Kconfig#L13-L17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125538"/>
            <a:ext cx="7772400" cy="1295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TW" dirty="0"/>
              <a:t>Integrate M55M1 Ethos-U NPU with Zephyr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213100"/>
            <a:ext cx="6400800" cy="17280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dirty="0"/>
              <a:t>MS30 </a:t>
            </a:r>
            <a:r>
              <a:rPr lang="zh-TW" altLang="en-US" dirty="0"/>
              <a:t>李俊杰</a:t>
            </a:r>
            <a:endParaRPr lang="en-US" altLang="zh-TW" dirty="0"/>
          </a:p>
          <a:p>
            <a:pPr>
              <a:defRPr/>
            </a:pPr>
            <a:fld id="{936390E2-EB6E-4DB2-89D4-3C367073A5F4}" type="datetime1">
              <a:rPr lang="en-US" altLang="zh-TW" smtClean="0"/>
              <a:t>4/29/2025</a:t>
            </a:fld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686800" cy="1143000"/>
          </a:xfrm>
        </p:spPr>
        <p:txBody>
          <a:bodyPr/>
          <a:lstStyle/>
          <a:p>
            <a:r>
              <a:rPr lang="en-US" altLang="zh-TW" dirty="0"/>
              <a:t>Overview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12776"/>
            <a:ext cx="8229600" cy="4421088"/>
          </a:xfrm>
        </p:spPr>
        <p:txBody>
          <a:bodyPr>
            <a:normAutofit/>
          </a:bodyPr>
          <a:lstStyle/>
          <a:p>
            <a:r>
              <a:rPr lang="en-US" altLang="zh-TW" dirty="0"/>
              <a:t>Software development flow</a:t>
            </a:r>
          </a:p>
          <a:p>
            <a:r>
              <a:rPr lang="en-US" altLang="zh-TW" dirty="0"/>
              <a:t>Model replacement and verification</a:t>
            </a:r>
          </a:p>
          <a:p>
            <a:r>
              <a:rPr lang="en-US" altLang="zh-TW" dirty="0"/>
              <a:t>Ethos-U driver porting 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1CE4DC-9086-4A67-A986-41845B1E06B2}" type="slidenum">
              <a:rPr lang="zh-TW" altLang="en-US" smtClean="0"/>
              <a:pPr>
                <a:defRPr/>
              </a:pPr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677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4C6A367-1059-3030-8E11-82107F5F11E2}"/>
              </a:ext>
            </a:extLst>
          </p:cNvPr>
          <p:cNvSpPr txBox="1"/>
          <p:nvPr/>
        </p:nvSpPr>
        <p:spPr>
          <a:xfrm>
            <a:off x="395536" y="4221088"/>
            <a:ext cx="4248472" cy="252028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r"/>
            <a:r>
              <a:rPr lang="en-US" sz="2400" dirty="0"/>
              <a:t>Cortex-M CPU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8812A2-EC60-01AC-7324-113B01447701}"/>
              </a:ext>
            </a:extLst>
          </p:cNvPr>
          <p:cNvSpPr txBox="1"/>
          <p:nvPr/>
        </p:nvSpPr>
        <p:spPr>
          <a:xfrm>
            <a:off x="395536" y="2082081"/>
            <a:ext cx="4248472" cy="98687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r"/>
            <a:r>
              <a:rPr lang="en-US" sz="2400" dirty="0"/>
              <a:t>PC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FF381-B381-73AB-E002-C3B2AFD50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DA8416-6B1B-294F-60F1-4B315BC6BCD4}"/>
              </a:ext>
            </a:extLst>
          </p:cNvPr>
          <p:cNvSpPr txBox="1"/>
          <p:nvPr/>
        </p:nvSpPr>
        <p:spPr>
          <a:xfrm>
            <a:off x="395536" y="1412776"/>
            <a:ext cx="4248472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Trained and quantized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B9EA6-E4C0-6536-7793-FEDB714A8BA0}"/>
              </a:ext>
            </a:extLst>
          </p:cNvPr>
          <p:cNvSpPr txBox="1"/>
          <p:nvPr/>
        </p:nvSpPr>
        <p:spPr>
          <a:xfrm>
            <a:off x="467544" y="2535287"/>
            <a:ext cx="4095194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Vela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54E41-3E36-7198-2F53-56CA00499D4F}"/>
              </a:ext>
            </a:extLst>
          </p:cNvPr>
          <p:cNvSpPr txBox="1"/>
          <p:nvPr/>
        </p:nvSpPr>
        <p:spPr>
          <a:xfrm>
            <a:off x="395536" y="3429000"/>
            <a:ext cx="4248472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Vela-compiled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575D9D-92C4-A2C4-0FE0-6EFA771E4C03}"/>
              </a:ext>
            </a:extLst>
          </p:cNvPr>
          <p:cNvSpPr txBox="1"/>
          <p:nvPr/>
        </p:nvSpPr>
        <p:spPr>
          <a:xfrm>
            <a:off x="611560" y="4296578"/>
            <a:ext cx="172819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User app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96DC12-2528-06E9-B055-EC056423FB86}"/>
              </a:ext>
            </a:extLst>
          </p:cNvPr>
          <p:cNvSpPr txBox="1"/>
          <p:nvPr/>
        </p:nvSpPr>
        <p:spPr>
          <a:xfrm>
            <a:off x="458282" y="4941168"/>
            <a:ext cx="4104456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TensorFlow Lite Micro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6362D8-044E-BA91-4963-DA2DC2BF2C91}"/>
              </a:ext>
            </a:extLst>
          </p:cNvPr>
          <p:cNvSpPr txBox="1"/>
          <p:nvPr/>
        </p:nvSpPr>
        <p:spPr>
          <a:xfrm>
            <a:off x="3347864" y="5766355"/>
            <a:ext cx="1224136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Ethos-U driver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409430-8BD7-76A6-6C6F-E14F4C6A0670}"/>
              </a:ext>
            </a:extLst>
          </p:cNvPr>
          <p:cNvSpPr txBox="1"/>
          <p:nvPr/>
        </p:nvSpPr>
        <p:spPr>
          <a:xfrm>
            <a:off x="1619672" y="5766355"/>
            <a:ext cx="1656184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CMSIS-NN kernels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2619C1-5E9D-F828-F150-9F43AB32F82F}"/>
              </a:ext>
            </a:extLst>
          </p:cNvPr>
          <p:cNvSpPr txBox="1"/>
          <p:nvPr/>
        </p:nvSpPr>
        <p:spPr>
          <a:xfrm>
            <a:off x="467544" y="5769260"/>
            <a:ext cx="1080120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Ref kernels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BAEEDE-F326-46A2-910A-1039FB613816}"/>
              </a:ext>
            </a:extLst>
          </p:cNvPr>
          <p:cNvSpPr txBox="1"/>
          <p:nvPr/>
        </p:nvSpPr>
        <p:spPr>
          <a:xfrm>
            <a:off x="6084168" y="3068960"/>
            <a:ext cx="288032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Command stream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C34F31-A595-985B-2AA0-8430174E3C15}"/>
              </a:ext>
            </a:extLst>
          </p:cNvPr>
          <p:cNvSpPr txBox="1"/>
          <p:nvPr/>
        </p:nvSpPr>
        <p:spPr>
          <a:xfrm>
            <a:off x="4788024" y="4221088"/>
            <a:ext cx="4248472" cy="7348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r"/>
            <a:r>
              <a:rPr lang="en-US" sz="2400" dirty="0"/>
              <a:t>Ethos-U NPU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AAB2E02-E629-0AFE-59D4-0A21E75625EF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5400000">
            <a:off x="2187034" y="2202549"/>
            <a:ext cx="660846" cy="4631"/>
          </a:xfrm>
          <a:prstGeom prst="bentConnector3">
            <a:avLst>
              <a:gd name="adj1" fmla="val 50000"/>
            </a:avLst>
          </a:prstGeom>
          <a:ln w="28575">
            <a:headEnd type="oval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078434B-9EEF-90A1-349E-EA7A4B2A35A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16200000" flipH="1">
            <a:off x="2301432" y="3210660"/>
            <a:ext cx="432048" cy="4631"/>
          </a:xfrm>
          <a:prstGeom prst="bentConnector3">
            <a:avLst>
              <a:gd name="adj1" fmla="val 50000"/>
            </a:avLst>
          </a:prstGeom>
          <a:ln w="28575">
            <a:headEnd type="oval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F7BADCB1-C39F-F54C-A8E7-9E579E8E13E9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5400000">
            <a:off x="1989890" y="4411285"/>
            <a:ext cx="1050503" cy="9262"/>
          </a:xfrm>
          <a:prstGeom prst="bentConnector3">
            <a:avLst>
              <a:gd name="adj1" fmla="val 50000"/>
            </a:avLst>
          </a:prstGeom>
          <a:ln w="28575">
            <a:headEnd type="oval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F71A9046-9B4B-0EE1-ED80-C4B194B8C61E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 flipV="1">
            <a:off x="4572000" y="3299793"/>
            <a:ext cx="1512168" cy="2882061"/>
          </a:xfrm>
          <a:prstGeom prst="bentConnector3">
            <a:avLst>
              <a:gd name="adj1" fmla="val 50000"/>
            </a:avLst>
          </a:prstGeom>
          <a:ln w="28575">
            <a:headEnd type="oval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E9B5ED46-A68D-4FEA-CA42-21F8DFECEFEB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rot="5400000">
            <a:off x="6873063" y="3569822"/>
            <a:ext cx="690463" cy="612068"/>
          </a:xfrm>
          <a:prstGeom prst="bentConnector3">
            <a:avLst>
              <a:gd name="adj1" fmla="val 50000"/>
            </a:avLst>
          </a:prstGeom>
          <a:ln w="28575">
            <a:headEnd type="oval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9825FAD-A70A-7DBB-5001-0953C50CAD0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941930" y="5445224"/>
            <a:ext cx="0" cy="320040"/>
          </a:xfrm>
          <a:prstGeom prst="straightConnector1">
            <a:avLst/>
          </a:prstGeom>
          <a:ln w="28575">
            <a:headEnd type="oval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1170C02-CA81-0A99-C7C8-7D9AD21E51F5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1007604" y="5445224"/>
            <a:ext cx="36004" cy="324036"/>
          </a:xfrm>
          <a:prstGeom prst="straightConnector1">
            <a:avLst/>
          </a:prstGeom>
          <a:ln w="28575">
            <a:headEnd type="oval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8F3FABE-B300-7973-85F0-3D0754BBB907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2447764" y="5478323"/>
            <a:ext cx="0" cy="320040"/>
          </a:xfrm>
          <a:prstGeom prst="straightConnector1">
            <a:avLst/>
          </a:prstGeom>
          <a:ln w="28575">
            <a:headEnd type="oval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097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5BA29-4308-0600-10DC-B25336B05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environment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5E62D-60DB-8746-1CE5-B0F5D379C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Zephyr west</a:t>
            </a:r>
            <a:endParaRPr lang="en-US" dirty="0"/>
          </a:p>
          <a:p>
            <a:r>
              <a:rPr lang="en-US" altLang="zh-TW" dirty="0">
                <a:hlinkClick r:id="rId3"/>
              </a:rPr>
              <a:t>Vela</a:t>
            </a:r>
            <a:endParaRPr lang="en-US" altLang="zh-TW" dirty="0"/>
          </a:p>
          <a:p>
            <a:pPr lvl="1"/>
            <a:r>
              <a:rPr lang="en-US" altLang="zh-TW" dirty="0">
                <a:highlight>
                  <a:srgbClr val="FFFF00"/>
                </a:highlight>
              </a:rPr>
              <a:t>pip install ethos-u-vela</a:t>
            </a:r>
          </a:p>
          <a:p>
            <a:r>
              <a:rPr lang="en-US" dirty="0">
                <a:hlinkClick r:id="rId4"/>
              </a:rPr>
              <a:t>TensorFlow Lite Micro</a:t>
            </a:r>
            <a:endParaRPr lang="en-US" dirty="0"/>
          </a:p>
          <a:p>
            <a:pPr lvl="1"/>
            <a:r>
              <a:rPr lang="en-US" dirty="0"/>
              <a:t>Optional zephyr module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west config </a:t>
            </a:r>
            <a:r>
              <a:rPr lang="en-US" dirty="0" err="1">
                <a:highlight>
                  <a:srgbClr val="FFFF00"/>
                </a:highlight>
              </a:rPr>
              <a:t>manifest.project</a:t>
            </a:r>
            <a:r>
              <a:rPr lang="en-US" dirty="0">
                <a:highlight>
                  <a:srgbClr val="FFFF00"/>
                </a:highlight>
              </a:rPr>
              <a:t>-filter -- +</a:t>
            </a:r>
            <a:r>
              <a:rPr lang="en-US" dirty="0" err="1">
                <a:highlight>
                  <a:srgbClr val="FFFF00"/>
                </a:highlight>
              </a:rPr>
              <a:t>tflite</a:t>
            </a:r>
            <a:r>
              <a:rPr lang="en-US" dirty="0">
                <a:highlight>
                  <a:srgbClr val="FFFF00"/>
                </a:highlight>
              </a:rPr>
              <a:t>-micro; west update</a:t>
            </a:r>
          </a:p>
          <a:p>
            <a:r>
              <a:rPr lang="en-US" dirty="0">
                <a:hlinkClick r:id="rId5"/>
              </a:rPr>
              <a:t>Ethos-U core driver</a:t>
            </a:r>
            <a:endParaRPr lang="en-US" dirty="0"/>
          </a:p>
          <a:p>
            <a:pPr lvl="1"/>
            <a:r>
              <a:rPr lang="en-US" dirty="0"/>
              <a:t>Default zephyr module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west update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1BBF4-630C-DF0F-CFFC-C51D0CAA74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1CE4DC-9086-4A67-A986-41845B1E06B2}" type="slidenum">
              <a:rPr lang="zh-TW" altLang="en-US" smtClean="0"/>
              <a:pPr>
                <a:defRPr/>
              </a:pPr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4386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Download trained model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Arm Model Zoo</a:t>
            </a:r>
            <a:endParaRPr lang="en-US" altLang="zh-TW" dirty="0"/>
          </a:p>
          <a:p>
            <a:r>
              <a:rPr lang="en-US" altLang="zh-TW" dirty="0"/>
              <a:t>Example: </a:t>
            </a:r>
            <a:r>
              <a:rPr lang="en-US" altLang="zh-TW" dirty="0">
                <a:hlinkClick r:id="rId3"/>
              </a:rPr>
              <a:t>keyword_spotting_cnn_small_int8</a:t>
            </a:r>
            <a:endParaRPr lang="en-US" altLang="zh-TW" dirty="0"/>
          </a:p>
          <a:p>
            <a:pPr lvl="1"/>
            <a:r>
              <a:rPr lang="en-US" altLang="zh-TW" dirty="0"/>
              <a:t>Model: </a:t>
            </a:r>
            <a:r>
              <a:rPr lang="en-US" altLang="zh-TW" dirty="0" err="1">
                <a:hlinkClick r:id="rId4"/>
              </a:rPr>
              <a:t>cnn_s_quantized.tflite</a:t>
            </a:r>
            <a:endParaRPr lang="en-US" altLang="zh-TW" dirty="0"/>
          </a:p>
          <a:p>
            <a:pPr lvl="1"/>
            <a:r>
              <a:rPr lang="en-US" altLang="zh-TW" dirty="0"/>
              <a:t>Input: </a:t>
            </a:r>
            <a:r>
              <a:rPr lang="en-US" altLang="zh-TW" dirty="0" err="1">
                <a:hlinkClick r:id="rId5"/>
              </a:rPr>
              <a:t>testing_input</a:t>
            </a:r>
            <a:r>
              <a:rPr lang="en-US" altLang="zh-TW" dirty="0">
                <a:hlinkClick r:id="rId5"/>
              </a:rPr>
              <a:t>/input/0.npy</a:t>
            </a:r>
            <a:endParaRPr lang="en-US" altLang="zh-TW" dirty="0"/>
          </a:p>
          <a:p>
            <a:pPr lvl="1"/>
            <a:r>
              <a:rPr lang="en-US" altLang="zh-TW" dirty="0"/>
              <a:t>Output: </a:t>
            </a:r>
            <a:r>
              <a:rPr lang="en-US" altLang="zh-TW" dirty="0" err="1">
                <a:hlinkClick r:id="rId6"/>
              </a:rPr>
              <a:t>testing_output</a:t>
            </a:r>
            <a:r>
              <a:rPr lang="en-US" altLang="zh-TW" dirty="0">
                <a:hlinkClick r:id="rId6"/>
              </a:rPr>
              <a:t>/identity/0.npy</a:t>
            </a:r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1CE4DC-9086-4A67-A986-41845B1E06B2}" type="slidenum">
              <a:rPr lang="zh-TW" altLang="en-US" smtClean="0"/>
              <a:pPr>
                <a:defRPr/>
              </a:pPr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0471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Compile model with Vela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Compile targeting M55M1 NPU (Ethos-U55, 256 </a:t>
            </a:r>
            <a:r>
              <a:rPr lang="en-US" altLang="zh-TW" dirty="0" err="1"/>
              <a:t>macs_per_cycle</a:t>
            </a:r>
            <a:r>
              <a:rPr lang="en-US" altLang="zh-TW" dirty="0"/>
              <a:t>)</a:t>
            </a:r>
          </a:p>
          <a:p>
            <a:pPr lvl="1"/>
            <a:r>
              <a:rPr lang="pt-BR" altLang="zh-TW" dirty="0">
                <a:highlight>
                  <a:srgbClr val="FFFF00"/>
                </a:highlight>
              </a:rPr>
              <a:t>vela cnn_s_quantized.tflite --output-dir . --accelerator-config ethos-u55-256</a:t>
            </a:r>
          </a:p>
          <a:p>
            <a:pPr lvl="1"/>
            <a:r>
              <a:rPr lang="pt-BR" altLang="zh-TW" dirty="0"/>
              <a:t>Original model: cnn_s_quantized.tflite, run entirely by CPU</a:t>
            </a:r>
          </a:p>
          <a:p>
            <a:pPr lvl="1"/>
            <a:r>
              <a:rPr lang="pt-BR" altLang="zh-TW" dirty="0"/>
              <a:t>Vela-compiled model: cnn_s_quantized_vela.tflite, run by Ethos-U and CPU</a:t>
            </a:r>
          </a:p>
          <a:p>
            <a:pPr lvl="1"/>
            <a:r>
              <a:rPr lang="pt-BR" altLang="zh-TW" dirty="0">
                <a:solidFill>
                  <a:srgbClr val="FF0000"/>
                </a:solidFill>
              </a:rPr>
              <a:t>Bit-accurate: same input/output apply to both models</a:t>
            </a:r>
          </a:p>
          <a:p>
            <a:pPr lvl="1"/>
            <a:endParaRPr lang="pt-BR" altLang="zh-TW" dirty="0"/>
          </a:p>
          <a:p>
            <a:endParaRPr lang="en-US" altLang="zh-TW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1CE4DC-9086-4A67-A986-41845B1E06B2}" type="slidenum">
              <a:rPr lang="zh-TW" altLang="en-US" smtClean="0"/>
              <a:pPr>
                <a:defRPr/>
              </a:pPr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0237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Replace model/input/output (1/2)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/>
          <a:lstStyle/>
          <a:p>
            <a:r>
              <a:rPr lang="pt-BR" altLang="zh-TW" dirty="0"/>
              <a:t>Convert model/input/output to C array from binary</a:t>
            </a:r>
          </a:p>
          <a:p>
            <a:pPr lvl="1"/>
            <a:r>
              <a:rPr lang="pt-BR" altLang="zh-TW" dirty="0">
                <a:highlight>
                  <a:srgbClr val="FFFF00"/>
                </a:highlight>
              </a:rPr>
              <a:t>xxd -c 16 -i cnn_s_quantized.tflite cnn_s_quantized.tflite.h</a:t>
            </a:r>
          </a:p>
          <a:p>
            <a:pPr lvl="1"/>
            <a:r>
              <a:rPr lang="pt-BR" altLang="zh-TW" dirty="0">
                <a:highlight>
                  <a:srgbClr val="FFFF00"/>
                </a:highlight>
              </a:rPr>
              <a:t>xxd -c 16 -i cnn_s_quantized_vela.tflite cnn_s_quantized_vela.tflite.h</a:t>
            </a:r>
          </a:p>
          <a:p>
            <a:pPr lvl="1"/>
            <a:r>
              <a:rPr lang="en-US" altLang="zh-TW" dirty="0" err="1">
                <a:highlight>
                  <a:srgbClr val="FFFF00"/>
                </a:highlight>
              </a:rPr>
              <a:t>xxd</a:t>
            </a:r>
            <a:r>
              <a:rPr lang="en-US" altLang="zh-TW" dirty="0">
                <a:highlight>
                  <a:srgbClr val="FFFF00"/>
                </a:highlight>
              </a:rPr>
              <a:t> -c 16 -</a:t>
            </a:r>
            <a:r>
              <a:rPr lang="en-US" altLang="zh-TW" dirty="0" err="1">
                <a:highlight>
                  <a:srgbClr val="FFFF00"/>
                </a:highlight>
              </a:rPr>
              <a:t>i</a:t>
            </a:r>
            <a:r>
              <a:rPr lang="en-US" altLang="zh-TW" dirty="0">
                <a:highlight>
                  <a:srgbClr val="FFFF00"/>
                </a:highlight>
              </a:rPr>
              <a:t> </a:t>
            </a:r>
            <a:r>
              <a:rPr lang="en-US" altLang="zh-TW" dirty="0" err="1">
                <a:highlight>
                  <a:srgbClr val="FFFF00"/>
                </a:highlight>
              </a:rPr>
              <a:t>testing_input</a:t>
            </a:r>
            <a:r>
              <a:rPr lang="en-US" altLang="zh-TW" dirty="0">
                <a:highlight>
                  <a:srgbClr val="FFFF00"/>
                </a:highlight>
              </a:rPr>
              <a:t>/input/0.npy </a:t>
            </a:r>
            <a:r>
              <a:rPr lang="en-US" altLang="zh-TW" dirty="0" err="1">
                <a:highlight>
                  <a:srgbClr val="FFFF00"/>
                </a:highlight>
              </a:rPr>
              <a:t>testing_input</a:t>
            </a:r>
            <a:r>
              <a:rPr lang="en-US" altLang="zh-TW" dirty="0">
                <a:highlight>
                  <a:srgbClr val="FFFF00"/>
                </a:highlight>
              </a:rPr>
              <a:t>/input/0.npy.h</a:t>
            </a:r>
          </a:p>
          <a:p>
            <a:pPr lvl="1"/>
            <a:r>
              <a:rPr lang="en-US" altLang="zh-TW" dirty="0" err="1">
                <a:highlight>
                  <a:srgbClr val="FFFF00"/>
                </a:highlight>
              </a:rPr>
              <a:t>xxd</a:t>
            </a:r>
            <a:r>
              <a:rPr lang="en-US" altLang="zh-TW" dirty="0">
                <a:highlight>
                  <a:srgbClr val="FFFF00"/>
                </a:highlight>
              </a:rPr>
              <a:t> -c 16 -</a:t>
            </a:r>
            <a:r>
              <a:rPr lang="en-US" altLang="zh-TW" dirty="0" err="1">
                <a:highlight>
                  <a:srgbClr val="FFFF00"/>
                </a:highlight>
              </a:rPr>
              <a:t>i</a:t>
            </a:r>
            <a:r>
              <a:rPr lang="en-US" altLang="zh-TW" dirty="0">
                <a:highlight>
                  <a:srgbClr val="FFFF00"/>
                </a:highlight>
              </a:rPr>
              <a:t> </a:t>
            </a:r>
            <a:r>
              <a:rPr lang="en-US" altLang="zh-TW" dirty="0" err="1">
                <a:highlight>
                  <a:srgbClr val="FFFF00"/>
                </a:highlight>
              </a:rPr>
              <a:t>testing_output</a:t>
            </a:r>
            <a:r>
              <a:rPr lang="en-US" altLang="zh-TW" dirty="0">
                <a:highlight>
                  <a:srgbClr val="FFFF00"/>
                </a:highlight>
              </a:rPr>
              <a:t>/identity/0.npy </a:t>
            </a:r>
            <a:r>
              <a:rPr lang="en-US" altLang="zh-TW" dirty="0" err="1">
                <a:highlight>
                  <a:srgbClr val="FFFF00"/>
                </a:highlight>
              </a:rPr>
              <a:t>testing_output</a:t>
            </a:r>
            <a:r>
              <a:rPr lang="en-US" altLang="zh-TW" dirty="0">
                <a:highlight>
                  <a:srgbClr val="FFFF00"/>
                </a:highlight>
              </a:rPr>
              <a:t>/identity/0.npy.h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1CE4DC-9086-4A67-A986-41845B1E06B2}" type="slidenum">
              <a:rPr lang="zh-TW" altLang="en-US" smtClean="0"/>
              <a:pPr>
                <a:defRPr/>
              </a:pPr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13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Replace model/input/output (2/2)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Replace into zephyr </a:t>
            </a:r>
            <a:r>
              <a:rPr lang="en-US" altLang="zh-TW" dirty="0" err="1"/>
              <a:t>tflm_ethosu</a:t>
            </a:r>
            <a:r>
              <a:rPr lang="en-US" altLang="zh-TW" dirty="0"/>
              <a:t> sample</a:t>
            </a:r>
          </a:p>
          <a:p>
            <a:pPr lvl="1"/>
            <a:r>
              <a:rPr lang="pt-BR" altLang="zh-TW" dirty="0"/>
              <a:t>Sample: zephyr/samples/modules/tflite-micro</a:t>
            </a:r>
            <a:endParaRPr lang="en-US" altLang="zh-TW" dirty="0"/>
          </a:p>
          <a:p>
            <a:pPr lvl="1"/>
            <a:r>
              <a:rPr lang="pt-BR" altLang="zh-TW" dirty="0"/>
              <a:t>cnn_s_quantized_vela.tflite.h </a:t>
            </a:r>
            <a:r>
              <a:rPr lang="pt-BR" altLang="zh-TW" dirty="0">
                <a:sym typeface="Wingdings" panose="05000000000000000000" pitchFamily="2" charset="2"/>
              </a:rPr>
              <a:t> </a:t>
            </a:r>
            <a:r>
              <a:rPr lang="en-US" altLang="zh-TW" dirty="0">
                <a:sym typeface="Wingdings" panose="05000000000000000000" pitchFamily="2" charset="2"/>
              </a:rPr>
              <a:t>keyword_spotting_cnn_small_int8_ethos_u55_256/</a:t>
            </a:r>
            <a:r>
              <a:rPr lang="en-US" altLang="zh-TW" dirty="0" err="1">
                <a:sym typeface="Wingdings" panose="05000000000000000000" pitchFamily="2" charset="2"/>
              </a:rPr>
              <a:t>model.h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en-US" altLang="zh-TW" dirty="0" err="1"/>
              <a:t>testing_input</a:t>
            </a:r>
            <a:r>
              <a:rPr lang="en-US" altLang="zh-TW" dirty="0"/>
              <a:t>/input/0.npy.h </a:t>
            </a:r>
            <a:r>
              <a:rPr lang="en-US" altLang="zh-TW" dirty="0">
                <a:sym typeface="Wingdings" panose="05000000000000000000" pitchFamily="2" charset="2"/>
              </a:rPr>
              <a:t> keyword_spotting_cnn_small_int8_ethos_u55_256/</a:t>
            </a:r>
            <a:r>
              <a:rPr lang="en-US" altLang="zh-TW" dirty="0" err="1">
                <a:sym typeface="Wingdings" panose="05000000000000000000" pitchFamily="2" charset="2"/>
              </a:rPr>
              <a:t>input.h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en-US" altLang="zh-TW" dirty="0" err="1"/>
              <a:t>testing_output</a:t>
            </a:r>
            <a:r>
              <a:rPr lang="en-US" altLang="zh-TW" dirty="0"/>
              <a:t>/identity/0.npy.h </a:t>
            </a:r>
            <a:r>
              <a:rPr lang="en-US" altLang="zh-TW" dirty="0">
                <a:sym typeface="Wingdings" panose="05000000000000000000" pitchFamily="2" charset="2"/>
              </a:rPr>
              <a:t> keyword_spotting_cnn_small_int8_ethos_u55_256/</a:t>
            </a:r>
            <a:r>
              <a:rPr lang="en-US" altLang="zh-TW" dirty="0" err="1">
                <a:sym typeface="Wingdings" panose="05000000000000000000" pitchFamily="2" charset="2"/>
              </a:rPr>
              <a:t>output.h</a:t>
            </a:r>
            <a:endParaRPr lang="en-US" altLang="zh-TW" dirty="0">
              <a:sym typeface="Wingdings" panose="05000000000000000000" pitchFamily="2" charset="2"/>
            </a:endParaRPr>
          </a:p>
          <a:p>
            <a:r>
              <a:rPr lang="en-US" altLang="zh-TW" dirty="0">
                <a:solidFill>
                  <a:srgbClr val="FF0000"/>
                </a:solidFill>
                <a:sym typeface="Wingdings" panose="05000000000000000000" pitchFamily="2" charset="2"/>
              </a:rPr>
              <a:t>Note for input/output, the first 128 bytes are header and don’t copy to sample</a:t>
            </a:r>
            <a:endParaRPr lang="pt-BR" altLang="zh-TW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1CE4DC-9086-4A67-A986-41845B1E06B2}" type="slidenum">
              <a:rPr lang="zh-TW" altLang="en-US" smtClean="0"/>
              <a:pPr>
                <a:defRPr/>
              </a:pPr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16223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C70-837C-1DE3-E42F-DF254286A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Sample: </a:t>
            </a:r>
            <a:r>
              <a:rPr lang="en-US" dirty="0" err="1"/>
              <a:t>tflm_ethosu</a:t>
            </a:r>
            <a:r>
              <a:rPr lang="en-US" dirty="0"/>
              <a:t>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7614-CDBB-846C-F7A6-2327975F6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417638"/>
            <a:ext cx="8229600" cy="509038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Model</a:t>
            </a:r>
          </a:p>
          <a:p>
            <a:pPr lvl="1"/>
            <a:r>
              <a:rPr lang="en-US" dirty="0"/>
              <a:t>Locate at section .</a:t>
            </a:r>
            <a:r>
              <a:rPr lang="en-US" dirty="0" err="1"/>
              <a:t>rodata.tflm_model</a:t>
            </a:r>
            <a:endParaRPr lang="en-US" dirty="0"/>
          </a:p>
          <a:p>
            <a:pPr lvl="1"/>
            <a:r>
              <a:rPr lang="en-US" dirty="0"/>
              <a:t>Require 16-byte aligned</a:t>
            </a:r>
          </a:p>
          <a:p>
            <a:r>
              <a:rPr lang="en-US" dirty="0"/>
              <a:t>Tensor arena (NPU buffer)</a:t>
            </a:r>
          </a:p>
          <a:p>
            <a:pPr lvl="1"/>
            <a:r>
              <a:rPr lang="en-US" dirty="0"/>
              <a:t>Locate at section .</a:t>
            </a:r>
            <a:r>
              <a:rPr lang="en-US" dirty="0" err="1"/>
              <a:t>noinit.tflm_arena</a:t>
            </a:r>
            <a:endParaRPr lang="en-US" dirty="0"/>
          </a:p>
          <a:p>
            <a:pPr lvl="1"/>
            <a:r>
              <a:rPr lang="en-US" dirty="0"/>
              <a:t>Require Cache line aligned (32-byte aligned)</a:t>
            </a:r>
          </a:p>
          <a:p>
            <a:pPr lvl="1"/>
            <a:r>
              <a:rPr lang="en-US" dirty="0"/>
              <a:t>Override Ethos-U </a:t>
            </a:r>
            <a:r>
              <a:rPr lang="en-US" dirty="0" err="1"/>
              <a:t>dcache</a:t>
            </a:r>
            <a:r>
              <a:rPr lang="en-US" dirty="0"/>
              <a:t> flush/invalidate</a:t>
            </a:r>
          </a:p>
          <a:p>
            <a:pPr lvl="2"/>
            <a:r>
              <a:rPr lang="en-US" dirty="0" err="1"/>
              <a:t>ethosu_flush_dcache</a:t>
            </a:r>
            <a:endParaRPr lang="en-US" dirty="0"/>
          </a:p>
          <a:p>
            <a:pPr lvl="2"/>
            <a:r>
              <a:rPr lang="en-US" dirty="0" err="1"/>
              <a:t>ethosu_invalidate_dcache</a:t>
            </a:r>
            <a:endParaRPr lang="en-US" dirty="0"/>
          </a:p>
          <a:p>
            <a:r>
              <a:rPr lang="en-US" dirty="0"/>
              <a:t>Input/Output</a:t>
            </a:r>
          </a:p>
          <a:p>
            <a:pPr lvl="1"/>
            <a:r>
              <a:rPr lang="en-US" dirty="0"/>
              <a:t>No special allocation requirement because they will copy to/from above tensor arena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3E703-A53D-EAAD-475A-9D7384CD38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1CE4DC-9086-4A67-A986-41845B1E06B2}" type="slidenum">
              <a:rPr lang="zh-TW" altLang="en-US" smtClean="0"/>
              <a:pPr>
                <a:defRPr/>
              </a:pPr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0802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C70-837C-1DE3-E42F-DF254286A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Sample: </a:t>
            </a:r>
            <a:r>
              <a:rPr lang="en-US" dirty="0" err="1"/>
              <a:t>tflm_ethosu</a:t>
            </a:r>
            <a:r>
              <a:rPr lang="en-US" dirty="0"/>
              <a:t>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7614-CDBB-846C-F7A6-2327975F6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with Ethos-U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west -v build -b numaker_m55m1 zephyr/samples/modules/</a:t>
            </a:r>
            <a:r>
              <a:rPr lang="en-US" dirty="0" err="1">
                <a:highlight>
                  <a:srgbClr val="FFFF00"/>
                </a:highlight>
              </a:rPr>
              <a:t>tflite</a:t>
            </a:r>
            <a:r>
              <a:rPr lang="en-US" dirty="0">
                <a:highlight>
                  <a:srgbClr val="FFFF00"/>
                </a:highlight>
              </a:rPr>
              <a:t>-micro/</a:t>
            </a:r>
            <a:r>
              <a:rPr lang="en-US" dirty="0" err="1">
                <a:highlight>
                  <a:srgbClr val="FFFF00"/>
                </a:highlight>
              </a:rPr>
              <a:t>tflm_ethosu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Build without Ethos-U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west -v build -b numaker_m55m1 zephyr/samples/modules/</a:t>
            </a:r>
            <a:r>
              <a:rPr lang="en-US" dirty="0" err="1">
                <a:highlight>
                  <a:srgbClr val="FFFF00"/>
                </a:highlight>
              </a:rPr>
              <a:t>tflite</a:t>
            </a:r>
            <a:r>
              <a:rPr lang="en-US" dirty="0">
                <a:highlight>
                  <a:srgbClr val="FFFF00"/>
                </a:highlight>
              </a:rPr>
              <a:t>-micro/</a:t>
            </a:r>
            <a:r>
              <a:rPr lang="en-US" dirty="0" err="1">
                <a:highlight>
                  <a:srgbClr val="FFFF00"/>
                </a:highlight>
              </a:rPr>
              <a:t>tflm_ethosu</a:t>
            </a:r>
            <a:r>
              <a:rPr lang="en-US" dirty="0">
                <a:highlight>
                  <a:srgbClr val="FFFF00"/>
                </a:highlight>
              </a:rPr>
              <a:t> -DCONFIG_TAINT_BLOBS_TFLM_ETHOSU=n</a:t>
            </a:r>
          </a:p>
          <a:p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3E703-A53D-EAAD-475A-9D7384CD38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1CE4DC-9086-4A67-A986-41845B1E06B2}" type="slidenum">
              <a:rPr lang="zh-TW" altLang="en-US" smtClean="0"/>
              <a:pPr>
                <a:defRPr/>
              </a:pPr>
              <a:t>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8325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C70-837C-1DE3-E42F-DF254286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Sample: </a:t>
            </a:r>
            <a:r>
              <a:rPr lang="en-US" dirty="0" err="1"/>
              <a:t>tflm_ethosu</a:t>
            </a:r>
            <a:r>
              <a:rPr lang="en-US" dirty="0"/>
              <a:t> (3/3)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6B0EDB-E32C-8742-B616-AB78D91F4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52" b="4645"/>
          <a:stretch/>
        </p:blipFill>
        <p:spPr>
          <a:xfrm>
            <a:off x="457200" y="1600200"/>
            <a:ext cx="8229600" cy="4525963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3E703-A53D-EAAD-475A-9D7384CD38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662363" y="63563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E41CE4DC-9086-4A67-A986-41845B1E06B2}" type="slidenum">
              <a:rPr lang="zh-TW" altLang="en-US" smtClean="0"/>
              <a:pPr>
                <a:spcAft>
                  <a:spcPts val="600"/>
                </a:spcAft>
                <a:defRPr/>
              </a:pPr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8159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0ABA-5463-FC92-AC34-CEAF16032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Ethos-U zephyr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4F34E-7E2E-AE85-2947-AFB6D2BC1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In-tree</a:t>
            </a:r>
          </a:p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Zephyr frontend of Ethos-U core driver</a:t>
            </a:r>
          </a:p>
          <a:p>
            <a:pPr lvl="1"/>
            <a:r>
              <a:rPr lang="en-US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Devicetree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binding file</a:t>
            </a:r>
            <a:endParaRPr lang="en-US" dirty="0"/>
          </a:p>
          <a:p>
            <a:pPr lvl="2"/>
            <a:r>
              <a:rPr lang="en-US" dirty="0">
                <a:hlinkClick r:id="rId3"/>
              </a:rPr>
              <a:t>Data cache flush</a:t>
            </a:r>
            <a:endParaRPr lang="en-US" dirty="0"/>
          </a:p>
          <a:p>
            <a:pPr lvl="2"/>
            <a:r>
              <a:rPr lang="en-US" dirty="0">
                <a:hlinkClick r:id="rId4"/>
              </a:rPr>
              <a:t>Data cache invalidate</a:t>
            </a:r>
            <a:endParaRPr lang="en-US" dirty="0"/>
          </a:p>
          <a:p>
            <a:pPr lvl="1"/>
            <a:r>
              <a:rPr lang="en-US" dirty="0" err="1">
                <a:hlinkClick r:id="rId5"/>
              </a:rPr>
              <a:t>Devicetree</a:t>
            </a:r>
            <a:r>
              <a:rPr lang="en-US" dirty="0">
                <a:hlinkClick r:id="rId5"/>
              </a:rPr>
              <a:t> node</a:t>
            </a:r>
            <a:endParaRPr lang="en-US" dirty="0"/>
          </a:p>
          <a:p>
            <a:pPr lvl="1"/>
            <a:r>
              <a:rPr lang="en-US" dirty="0">
                <a:hlinkClick r:id="rId6"/>
              </a:rPr>
              <a:t>Driver source</a:t>
            </a:r>
            <a:endParaRPr lang="en-US" dirty="0"/>
          </a:p>
          <a:p>
            <a:endParaRPr lang="sv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351CF-3A74-90EE-624E-7CC56601F9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1CE4DC-9086-4A67-A986-41845B1E06B2}" type="slidenum">
              <a:rPr lang="zh-TW" altLang="en-US" smtClean="0"/>
              <a:pPr>
                <a:defRPr/>
              </a:pPr>
              <a:t>11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04643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A3353-C8A1-E130-B857-4E966E4EC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Ethos-U core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F6ED3-A43B-2DFB-0FF7-D4A8548F5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Zephyr external module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Its Arm source</a:t>
            </a:r>
            <a:endParaRPr lang="en-US" dirty="0"/>
          </a:p>
          <a:p>
            <a:r>
              <a:rPr lang="en-US" dirty="0"/>
              <a:t>Match Ethos-U NPU config</a:t>
            </a:r>
          </a:p>
          <a:p>
            <a:pPr lvl="1"/>
            <a:r>
              <a:rPr lang="en-US" dirty="0">
                <a:hlinkClick r:id="rId4"/>
              </a:rPr>
              <a:t>For M55M1, ethos-u55, 256 </a:t>
            </a:r>
            <a:r>
              <a:rPr lang="en-US" dirty="0" err="1">
                <a:hlinkClick r:id="rId4"/>
              </a:rPr>
              <a:t>macs_per_cycle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A5160-62EC-1B11-EDA9-BA2884A7B9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1CE4DC-9086-4A67-A986-41845B1E06B2}" type="slidenum">
              <a:rPr lang="zh-TW" altLang="en-US" smtClean="0"/>
              <a:pPr>
                <a:defRPr/>
              </a:pPr>
              <a:t>12</a:t>
            </a:fld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29BED1-94B4-273E-E00E-5DC75BC9121C}"/>
              </a:ext>
            </a:extLst>
          </p:cNvPr>
          <p:cNvSpPr txBox="1"/>
          <p:nvPr/>
        </p:nvSpPr>
        <p:spPr>
          <a:xfrm>
            <a:off x="2987824" y="4021951"/>
            <a:ext cx="4896544" cy="15696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Match Ethos-U NPU config among:</a:t>
            </a:r>
          </a:p>
          <a:p>
            <a:pPr marL="342900" indent="-342900">
              <a:buAutoNum type="arabicPeriod"/>
            </a:pPr>
            <a:r>
              <a:rPr lang="en-US" sz="2400" dirty="0"/>
              <a:t>Ethos-U RTL config</a:t>
            </a:r>
          </a:p>
          <a:p>
            <a:pPr marL="342900" indent="-342900">
              <a:buAutoNum type="arabicPeriod"/>
            </a:pPr>
            <a:r>
              <a:rPr lang="en-US" sz="2400" dirty="0"/>
              <a:t>Vela command line</a:t>
            </a:r>
          </a:p>
          <a:p>
            <a:pPr marL="342900" indent="-342900">
              <a:buAutoNum type="arabicPeriod"/>
            </a:pPr>
            <a:r>
              <a:rPr lang="en-US" sz="2400" dirty="0"/>
              <a:t>Ethos-U core driver config</a:t>
            </a:r>
          </a:p>
        </p:txBody>
      </p:sp>
    </p:spTree>
    <p:extLst>
      <p:ext uri="{BB962C8B-B14F-4D97-AF65-F5344CB8AC3E}">
        <p14:creationId xmlns:p14="http://schemas.microsoft.com/office/powerpoint/2010/main" val="1168655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3662363" y="63563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E41CE4DC-9086-4A67-A986-41845B1E06B2}" type="slidenum">
              <a:rPr lang="zh-TW" altLang="en-US" smtClean="0"/>
              <a:pPr>
                <a:spcAft>
                  <a:spcPts val="600"/>
                </a:spcAft>
                <a:defRPr/>
              </a:pPr>
              <a:t>13</a:t>
            </a:fld>
            <a:endParaRPr lang="zh-TW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14C1D-3C88-CF93-277C-E5B9EEA1E342}"/>
              </a:ext>
            </a:extLst>
          </p:cNvPr>
          <p:cNvSpPr/>
          <p:nvPr/>
        </p:nvSpPr>
        <p:spPr>
          <a:xfrm>
            <a:off x="2997531" y="2967335"/>
            <a:ext cx="3148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40409523"/>
      </p:ext>
    </p:extLst>
  </p:cSld>
  <p:clrMapOvr>
    <a:masterClrMapping/>
  </p:clrMapOvr>
</p:sld>
</file>

<file path=ppt/theme/theme1.xml><?xml version="1.0" encoding="utf-8"?>
<a:theme xmlns:a="http://schemas.openxmlformats.org/drawingml/2006/main" name="Nuvoton NuMicro MCU - Q4 2013 Sales Training Version_110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ck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Blank Presentation">
  <a:themeElements>
    <a:clrScheme name="3_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Blank Presentation">
      <a:majorFont>
        <a:latin typeface="Arial Rounded MT Bold"/>
        <a:ea typeface="新細明體"/>
        <a:cs typeface=""/>
      </a:majorFont>
      <a:minorFont>
        <a:latin typeface="Arial Rounded MT Bold"/>
        <a:ea typeface="新細明體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A062D3ED47CC40928ABA18A149503D" ma:contentTypeVersion="0" ma:contentTypeDescription="Create a new document." ma:contentTypeScope="" ma:versionID="27ae1ddc6a3ccee2b47ea1771e2929a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6E2AC4C-FE06-4EB5-A213-DB7E597777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376264-9D7D-4417-87E3-65A9450568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1090544-B357-4743-B80B-E41013E5F255}">
  <ds:schemaRefs>
    <ds:schemaRef ds:uri="http://purl.org/dc/elements/1.1/"/>
    <ds:schemaRef ds:uri="http://purl.org/dc/dcmitype/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7905</TotalTime>
  <Words>682</Words>
  <Application>Microsoft Office PowerPoint</Application>
  <PresentationFormat>On-screen Show (4:3)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 Unicode MS</vt:lpstr>
      <vt:lpstr>Arial</vt:lpstr>
      <vt:lpstr>Arial Rounded MT Bold</vt:lpstr>
      <vt:lpstr>Calibri</vt:lpstr>
      <vt:lpstr>Garamond</vt:lpstr>
      <vt:lpstr>Wingdings</vt:lpstr>
      <vt:lpstr>Wingdings 2</vt:lpstr>
      <vt:lpstr>Nuvoton NuMicro MCU - Q4 2013 Sales Training Version_1105</vt:lpstr>
      <vt:lpstr>4_Blank Presentation</vt:lpstr>
      <vt:lpstr>Integrate M55M1 Ethos-U NPU with Zephyr</vt:lpstr>
      <vt:lpstr>Overview</vt:lpstr>
      <vt:lpstr>Software development flow</vt:lpstr>
      <vt:lpstr>Software environment</vt:lpstr>
      <vt:lpstr>Download trained model</vt:lpstr>
      <vt:lpstr>Compile model with Vela</vt:lpstr>
      <vt:lpstr>Replace model/input/output (1/2)</vt:lpstr>
      <vt:lpstr>Replace model/input/output (2/2)</vt:lpstr>
      <vt:lpstr>Sample: tflm_ethosu (1/3)</vt:lpstr>
      <vt:lpstr>Sample: tflm_ethosu (2/3)</vt:lpstr>
      <vt:lpstr>Sample: tflm_ethosu (3/3)</vt:lpstr>
      <vt:lpstr>Ethos-U zephyr driver</vt:lpstr>
      <vt:lpstr>Ethos-U core driver</vt:lpstr>
      <vt:lpstr>PowerPoint Presentation</vt:lpstr>
    </vt:vector>
  </TitlesOfParts>
  <Company>nuvoton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CM0 Monthly Meeting</dc:title>
  <dc:creator>A0P1 JLLin-AVP</dc:creator>
  <cp:lastModifiedBy>MS30 CCLi8</cp:lastModifiedBy>
  <cp:revision>606</cp:revision>
  <cp:lastPrinted>2014-02-06T08:59:52Z</cp:lastPrinted>
  <dcterms:created xsi:type="dcterms:W3CDTF">2013-11-10T01:32:29Z</dcterms:created>
  <dcterms:modified xsi:type="dcterms:W3CDTF">2025-04-29T05:29:28Z</dcterms:modified>
</cp:coreProperties>
</file>